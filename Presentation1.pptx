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8"/>
  </p:normalViewPr>
  <p:slideViewPr>
    <p:cSldViewPr snapToGrid="0">
      <p:cViewPr varScale="1">
        <p:scale>
          <a:sx n="126" d="100"/>
          <a:sy n="126" d="100"/>
        </p:scale>
        <p:origin x="23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3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68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661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1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807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9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7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589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7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16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E303D-367A-494F-A90D-C9527992018E}" type="datetimeFigureOut">
              <a:rPr lang="en-US" smtClean="0"/>
              <a:t>6/2/25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9E88C-0E1C-F44B-B8B9-DC00508C05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288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6962-4AA1-701D-EE16-9FAA5BC0FF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 AI Agent for</a:t>
            </a:r>
            <a:br>
              <a:rPr lang="en-US" dirty="0"/>
            </a:br>
            <a:r>
              <a:rPr lang="en-US" dirty="0"/>
              <a:t>Contextual CVE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05D174-322F-3A83-45C7-C5C921C0A1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 Lynch</a:t>
            </a:r>
          </a:p>
        </p:txBody>
      </p:sp>
    </p:spTree>
    <p:extLst>
      <p:ext uri="{BB962C8B-B14F-4D97-AF65-F5344CB8AC3E}">
        <p14:creationId xmlns:p14="http://schemas.microsoft.com/office/powerpoint/2010/main" val="3852657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9E1B-AC3A-D762-5C4D-A1F6E9741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	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5E6C5B-7468-1545-55DD-5DB60F93B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Orchestrator Agent</a:t>
            </a:r>
          </a:p>
          <a:p>
            <a:pPr lvl="1"/>
            <a:r>
              <a:rPr lang="en-US" dirty="0"/>
              <a:t>Handles basic calling functions and agent</a:t>
            </a:r>
          </a:p>
          <a:p>
            <a:r>
              <a:rPr lang="en-US" dirty="0"/>
              <a:t>Chroma DB</a:t>
            </a:r>
          </a:p>
          <a:p>
            <a:pPr lvl="1"/>
            <a:r>
              <a:rPr lang="en-US" dirty="0"/>
              <a:t>Vectorizes incident data and stores it</a:t>
            </a:r>
          </a:p>
          <a:p>
            <a:r>
              <a:rPr lang="en-US" dirty="0"/>
              <a:t>Threat Analysis Agent</a:t>
            </a:r>
          </a:p>
          <a:p>
            <a:pPr lvl="1"/>
            <a:r>
              <a:rPr lang="en-US" dirty="0"/>
              <a:t>Agent used to perform analysis of relevant </a:t>
            </a:r>
            <a:r>
              <a:rPr lang="en-US" dirty="0" err="1"/>
              <a:t>cve’s</a:t>
            </a:r>
            <a:r>
              <a:rPr lang="en-US" dirty="0"/>
              <a:t> and incident data</a:t>
            </a:r>
          </a:p>
          <a:p>
            <a:pPr lvl="1"/>
            <a:endParaRPr lang="en-US" dirty="0"/>
          </a:p>
          <a:p>
            <a:r>
              <a:rPr lang="en-US" dirty="0"/>
              <a:t>Technologies Used</a:t>
            </a:r>
          </a:p>
          <a:p>
            <a:pPr lvl="1"/>
            <a:r>
              <a:rPr lang="en-US" dirty="0"/>
              <a:t>Chroma DB </a:t>
            </a:r>
          </a:p>
          <a:p>
            <a:pPr lvl="2"/>
            <a:r>
              <a:rPr lang="en-US" dirty="0"/>
              <a:t>Sentence Transformer  embedding function</a:t>
            </a:r>
          </a:p>
          <a:p>
            <a:pPr lvl="1"/>
            <a:r>
              <a:rPr lang="en-US" dirty="0"/>
              <a:t>Gemini API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371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C8C2-633B-F640-2584-6E946906D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B35C4-219D-F9E6-5E8E-DFBC0A3B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Input</a:t>
            </a:r>
          </a:p>
          <a:p>
            <a:pPr lvl="1"/>
            <a:r>
              <a:rPr lang="en-US" dirty="0"/>
              <a:t>Incident data</a:t>
            </a:r>
          </a:p>
          <a:p>
            <a:r>
              <a:rPr lang="en-US" dirty="0"/>
              <a:t>The LLM looks at the incident data and formulates a list of keywords to lookup in the chroma </a:t>
            </a:r>
            <a:r>
              <a:rPr lang="en-US" dirty="0" err="1"/>
              <a:t>db</a:t>
            </a:r>
            <a:r>
              <a:rPr lang="en-US" dirty="0"/>
              <a:t> as well as calling the analyze threats method.</a:t>
            </a:r>
          </a:p>
          <a:p>
            <a:r>
              <a:rPr lang="en-US" dirty="0"/>
              <a:t>The chroma </a:t>
            </a:r>
            <a:r>
              <a:rPr lang="en-US" dirty="0" err="1"/>
              <a:t>db</a:t>
            </a:r>
            <a:r>
              <a:rPr lang="en-US" dirty="0"/>
              <a:t> is queried with keywords and outputs 5 CVE’s</a:t>
            </a:r>
          </a:p>
          <a:p>
            <a:r>
              <a:rPr lang="en-US" dirty="0"/>
              <a:t>These CVE’s along with the incident data are given to the threat analysis agent</a:t>
            </a:r>
          </a:p>
          <a:p>
            <a:r>
              <a:rPr lang="en-US" dirty="0"/>
              <a:t>The analysis agent outputs a summary with </a:t>
            </a:r>
            <a:r>
              <a:rPr lang="en-US" dirty="0" err="1"/>
              <a:t>relavent</a:t>
            </a:r>
            <a:r>
              <a:rPr lang="en-US" dirty="0"/>
              <a:t> info.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3197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EA7C-FAA9-55B5-9632-DE1F187E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Chroma DB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40527-4967-2879-F8B2-03DE67E67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All CVE’s are embedded using the embedding model </a:t>
            </a:r>
          </a:p>
          <a:p>
            <a:pPr lvl="1"/>
            <a:r>
              <a:rPr lang="en-US" dirty="0"/>
              <a:t>all-MiniLM-L6-v2</a:t>
            </a:r>
          </a:p>
          <a:p>
            <a:r>
              <a:rPr lang="en-US" dirty="0"/>
              <a:t>The description gets embedded</a:t>
            </a:r>
          </a:p>
          <a:p>
            <a:r>
              <a:rPr lang="en-US" dirty="0"/>
              <a:t>Cosine similarity is used to compute similarity</a:t>
            </a:r>
          </a:p>
          <a:p>
            <a:r>
              <a:rPr lang="en-US" dirty="0"/>
              <a:t>Other info is stored as metadata</a:t>
            </a:r>
          </a:p>
          <a:p>
            <a:pPr lvl="1"/>
            <a:r>
              <a:rPr lang="en-US" dirty="0"/>
              <a:t>Affected software</a:t>
            </a:r>
          </a:p>
          <a:p>
            <a:pPr lvl="1"/>
            <a:r>
              <a:rPr lang="en-US" dirty="0"/>
              <a:t>CVSS score</a:t>
            </a:r>
          </a:p>
          <a:p>
            <a:r>
              <a:rPr lang="en-US" dirty="0"/>
              <a:t>Currently uses persistent storing to store in a local file.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50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EA05-C659-E154-F47D-D79BC234B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Orchestrator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9ADEE-1F80-7629-3375-5ADE6CD47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 given two functions</a:t>
            </a:r>
          </a:p>
          <a:p>
            <a:pPr lvl="1"/>
            <a:r>
              <a:rPr lang="en-US" dirty="0" err="1"/>
              <a:t>perform_vector_db_lookup</a:t>
            </a:r>
            <a:endParaRPr lang="en-US" dirty="0"/>
          </a:p>
          <a:p>
            <a:pPr lvl="1"/>
            <a:r>
              <a:rPr lang="en-US" dirty="0" err="1"/>
              <a:t>analyze_threats</a:t>
            </a:r>
            <a:endParaRPr lang="en-US" dirty="0"/>
          </a:p>
          <a:p>
            <a:r>
              <a:rPr lang="en-US" dirty="0"/>
              <a:t>Outputs a </a:t>
            </a:r>
            <a:r>
              <a:rPr lang="en-US" dirty="0" err="1"/>
              <a:t>json</a:t>
            </a:r>
            <a:r>
              <a:rPr lang="en-US" dirty="0"/>
              <a:t> response with both functions called</a:t>
            </a:r>
          </a:p>
          <a:p>
            <a:r>
              <a:rPr lang="en-US" dirty="0"/>
              <a:t>Json is handled and calls appropriate functions with parameters</a:t>
            </a:r>
          </a:p>
          <a:p>
            <a:r>
              <a:rPr lang="en-US" dirty="0"/>
              <a:t>Implements basic </a:t>
            </a:r>
            <a:r>
              <a:rPr lang="en-US" dirty="0" err="1"/>
              <a:t>guardrailing</a:t>
            </a:r>
            <a:endParaRPr lang="en-US" dirty="0"/>
          </a:p>
          <a:p>
            <a:pPr lvl="1"/>
            <a:r>
              <a:rPr lang="en-US" dirty="0"/>
              <a:t>Checks if response has two parts, one for each function</a:t>
            </a:r>
          </a:p>
        </p:txBody>
      </p:sp>
    </p:spTree>
    <p:extLst>
      <p:ext uri="{BB962C8B-B14F-4D97-AF65-F5344CB8AC3E}">
        <p14:creationId xmlns:p14="http://schemas.microsoft.com/office/powerpoint/2010/main" val="2404719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A3F19-B4F5-41BE-DEA8-3226A4DFF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BDED-41E6-29DC-1430-9D1B6B866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Intakes relevant CVE’s and incident data</a:t>
            </a:r>
          </a:p>
          <a:p>
            <a:r>
              <a:rPr lang="en-US" dirty="0"/>
              <a:t>Is told to respond with relevant information</a:t>
            </a:r>
          </a:p>
          <a:p>
            <a:r>
              <a:rPr lang="en-US" dirty="0"/>
              <a:t>Specifically told the relevant </a:t>
            </a:r>
            <a:r>
              <a:rPr lang="en-US" dirty="0" err="1"/>
              <a:t>cve’s</a:t>
            </a:r>
            <a:r>
              <a:rPr lang="en-US" dirty="0"/>
              <a:t> are from a vector </a:t>
            </a:r>
            <a:r>
              <a:rPr lang="en-US" dirty="0" err="1"/>
              <a:t>db</a:t>
            </a:r>
            <a:endParaRPr lang="en-US" dirty="0"/>
          </a:p>
          <a:p>
            <a:r>
              <a:rPr lang="en-US" dirty="0"/>
              <a:t>Basic </a:t>
            </a:r>
            <a:r>
              <a:rPr lang="en-US" dirty="0" err="1"/>
              <a:t>guardrailing</a:t>
            </a:r>
            <a:r>
              <a:rPr lang="en-US" dirty="0"/>
              <a:t> ensures text response</a:t>
            </a:r>
          </a:p>
        </p:txBody>
      </p:sp>
    </p:spTree>
    <p:extLst>
      <p:ext uri="{BB962C8B-B14F-4D97-AF65-F5344CB8AC3E}">
        <p14:creationId xmlns:p14="http://schemas.microsoft.com/office/powerpoint/2010/main" val="605161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C0AF7-C1BC-9ED6-C058-4FB7EB54C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7B667-C611-6587-194F-2EEAA77D7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Prioritized CVE’s that should be looked at, ordered by relevance</a:t>
            </a:r>
          </a:p>
          <a:p>
            <a:r>
              <a:rPr lang="en-US" dirty="0"/>
              <a:t>General Summary </a:t>
            </a:r>
          </a:p>
          <a:p>
            <a:r>
              <a:rPr lang="en-US" dirty="0"/>
              <a:t>Future Steps</a:t>
            </a:r>
          </a:p>
        </p:txBody>
      </p:sp>
    </p:spTree>
    <p:extLst>
      <p:ext uri="{BB962C8B-B14F-4D97-AF65-F5344CB8AC3E}">
        <p14:creationId xmlns:p14="http://schemas.microsoft.com/office/powerpoint/2010/main" val="2656847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E8539-14DB-4992-F6DE-1988BEC8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64928-0680-F6F6-BA0A-C6EAD4525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threshold for chroma DB</a:t>
            </a:r>
          </a:p>
          <a:p>
            <a:pPr lvl="1"/>
            <a:r>
              <a:rPr lang="en-US" dirty="0"/>
              <a:t>Currently ‘distances’ (relativity scores) are returned from the chroma </a:t>
            </a:r>
            <a:r>
              <a:rPr lang="en-US" dirty="0" err="1"/>
              <a:t>db</a:t>
            </a:r>
            <a:r>
              <a:rPr lang="en-US" dirty="0"/>
              <a:t> but not checked. We could ensure that all results from chroma are at least 80% relevant</a:t>
            </a:r>
          </a:p>
          <a:p>
            <a:r>
              <a:rPr lang="en-US" dirty="0"/>
              <a:t>Clean up </a:t>
            </a:r>
            <a:r>
              <a:rPr lang="en-US" dirty="0" err="1"/>
              <a:t>ChromaFunctions</a:t>
            </a:r>
            <a:r>
              <a:rPr lang="en-US" dirty="0"/>
              <a:t> class</a:t>
            </a:r>
          </a:p>
          <a:p>
            <a:pPr lvl="1"/>
            <a:r>
              <a:rPr lang="en-US" dirty="0"/>
              <a:t>A lot of unnecessary/boiler plate code left here</a:t>
            </a:r>
          </a:p>
          <a:p>
            <a:r>
              <a:rPr lang="en-US" dirty="0"/>
              <a:t>Add Temperature Setting to Gemini</a:t>
            </a:r>
          </a:p>
          <a:p>
            <a:pPr lvl="1"/>
            <a:r>
              <a:rPr lang="en-US" dirty="0"/>
              <a:t>We could lower temperature setting to reduce hallucinations</a:t>
            </a:r>
          </a:p>
          <a:p>
            <a:r>
              <a:rPr lang="en-US" dirty="0"/>
              <a:t>Fine Tuning Sentence Transformer</a:t>
            </a:r>
          </a:p>
          <a:p>
            <a:pPr lvl="1"/>
            <a:r>
              <a:rPr lang="en-US" dirty="0"/>
              <a:t>Currently using a public model, this could be fine tuned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3367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EF93-508D-DADC-9F17-64771B3A9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3B30E-A1A9-1EE4-D0FD-6A8CE4597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Chroma DB lookup irrelevance. </a:t>
            </a:r>
          </a:p>
          <a:p>
            <a:r>
              <a:rPr lang="en-US" dirty="0"/>
              <a:t>Hallucinations</a:t>
            </a:r>
          </a:p>
          <a:p>
            <a:r>
              <a:rPr lang="en-US" dirty="0"/>
              <a:t>Cost</a:t>
            </a:r>
          </a:p>
          <a:p>
            <a:r>
              <a:rPr lang="en-US" dirty="0"/>
              <a:t>Context Limitations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3610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</TotalTime>
  <Words>351</Words>
  <Application>Microsoft Macintosh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2013 - 2022 Theme</vt:lpstr>
      <vt:lpstr>Gen AI Agent for Contextual CVE Analysis </vt:lpstr>
      <vt:lpstr>Architecture  </vt:lpstr>
      <vt:lpstr>Workflow</vt:lpstr>
      <vt:lpstr>Chroma DB </vt:lpstr>
      <vt:lpstr>Orchestrator Agent</vt:lpstr>
      <vt:lpstr>Threat Analysis</vt:lpstr>
      <vt:lpstr>Output</vt:lpstr>
      <vt:lpstr>Future Improvements</vt:lpstr>
      <vt:lpstr>Challenges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Lynch</dc:creator>
  <cp:lastModifiedBy>Chris Lynch</cp:lastModifiedBy>
  <cp:revision>1</cp:revision>
  <dcterms:created xsi:type="dcterms:W3CDTF">2025-06-03T01:44:02Z</dcterms:created>
  <dcterms:modified xsi:type="dcterms:W3CDTF">2025-06-03T02:41:25Z</dcterms:modified>
</cp:coreProperties>
</file>